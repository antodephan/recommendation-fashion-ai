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Fashion Recommendation AI Chatbot</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Bối cảnh và bài toán</a:t>
            </a:r>
          </a:p>
        </p:txBody>
      </p:sp>
      <p:sp>
        <p:nvSpPr>
          <p:cNvPr id="3" name="Content Placeholder 2"/>
          <p:cNvSpPr>
            <a:spLocks noGrp="1"/>
          </p:cNvSpPr>
          <p:nvPr>
            <p:ph idx="1"/>
          </p:nvPr>
        </p:nvSpPr>
        <p:spPr/>
        <p:txBody>
          <a:bodyPr/>
          <a:lstStyle/>
          <a:p>
            <a:r>
              <a:t>Người dùng phổ thông thường thiếu kiến thức thời trang chuyên sâu, dẫn đến việc chọn trang phục mang tính ngẫu nhiên.</a:t>
            </a:r>
          </a:p>
          <a:p>
            <a:r>
              <a:t>Nhiều công cụ gợi ý hiện tại chỉ dựa trên lịch sử mua hàng, chưa khai thác tốt mô tả ngôn ngữ tự nhiên và ảnh phong cách thực tế.</a:t>
            </a:r>
          </a:p>
          <a:p>
            <a:r>
              <a:t>Dự án này kết hợp retrieval cục bộ bằng thị giác máy tính với mô hình ngôn ngữ để tạo câu trả lời thực dụng, dễ hiểu và sát nhu cầu.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Mục tiêu và phạm vi</a:t>
            </a:r>
          </a:p>
        </p:txBody>
      </p:sp>
      <p:sp>
        <p:nvSpPr>
          <p:cNvPr id="3" name="Content Placeholder 2"/>
          <p:cNvSpPr>
            <a:spLocks noGrp="1"/>
          </p:cNvSpPr>
          <p:nvPr>
            <p:ph idx="1"/>
          </p:nvPr>
        </p:nvSpPr>
        <p:spPr/>
        <p:txBody>
          <a:bodyPr/>
          <a:lstStyle/>
          <a:p>
            <a:r>
              <a:t>Xây dựng web app Flask hoạt động ổn định và dễ mở rộng.</a:t>
            </a:r>
          </a:p>
          <a:p>
            <a:r>
              <a:t>Tạo pipeline trích xuất đặc trưng ảnh và mô hình truy hồi ảnh tương tự.</a:t>
            </a:r>
          </a:p>
          <a:p>
            <a:r>
              <a:t>Tích hợp GPT để tạo phản hồi ngôn ngữ tự nhiên tiếng Việt, ưu tiên ngắn gọn, thực tế, đúng ngữ cảnh.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Kiến trúc tổng thể</a:t>
            </a:r>
          </a:p>
        </p:txBody>
      </p:sp>
      <p:sp>
        <p:nvSpPr>
          <p:cNvPr id="3" name="Content Placeholder 2"/>
          <p:cNvSpPr>
            <a:spLocks noGrp="1"/>
          </p:cNvSpPr>
          <p:nvPr>
            <p:ph idx="1"/>
          </p:nvPr>
        </p:nvSpPr>
        <p:spPr/>
        <p:txBody>
          <a:bodyPr/>
          <a:lstStyle/>
          <a:p>
            <a:r>
              <a:t>Kiến trúc hiện tại gồm 4 lớp: giao diện Flask, lớp retrieval ảnh local, lớp sinh ngôn ngữ GPT và lớp pipeline huấn luyện offline.</a:t>
            </a:r>
          </a:p>
          <a:p>
            <a:r>
              <a:t>File app.py đóng vai trò điều phối trung tâm, gọi các hàm hỗ trợ và render giao diện home.html.</a:t>
            </a:r>
          </a:p>
          <a:p>
            <a:r>
              <a:t>File gpt_service.py chuyên trách giao tiếp OpenAI và chuẩn hóa prompt theo style tư vấn thời trang.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Luồng xử lý runtime</a:t>
            </a:r>
          </a:p>
        </p:txBody>
      </p:sp>
      <p:sp>
        <p:nvSpPr>
          <p:cNvPr id="3" name="Content Placeholder 2"/>
          <p:cNvSpPr>
            <a:spLocks noGrp="1"/>
          </p:cNvSpPr>
          <p:nvPr>
            <p:ph idx="1"/>
          </p:nvPr>
        </p:nvSpPr>
        <p:spPr/>
        <p:txBody>
          <a:bodyPr/>
          <a:lstStyle/>
          <a:p>
            <a:r>
              <a:t>Khi app khởi động, hệ thống nạp feature_data và file_names để sẵn sàng truy hồi ảnh.</a:t>
            </a:r>
          </a:p>
          <a:p>
            <a:r>
              <a:t>Luồng POST xử lý upload, retrieval, build outfit, và gọi GPT tùy theo trạng thái cấu hình API key.</a:t>
            </a:r>
          </a:p>
          <a:p>
            <a:r>
              <a:t>Giao diện home.html hiển thị đồng thời phản hồi chatbot, danh sách ảnh tương tự, và outfit đề xuất.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Dữ liệu và tiền xử lý</a:t>
            </a:r>
          </a:p>
        </p:txBody>
      </p:sp>
      <p:sp>
        <p:nvSpPr>
          <p:cNvPr id="3" name="Content Placeholder 2"/>
          <p:cNvSpPr>
            <a:spLocks noGrp="1"/>
          </p:cNvSpPr>
          <p:nvPr>
            <p:ph idx="1"/>
          </p:nvPr>
        </p:nvSpPr>
        <p:spPr/>
        <p:txBody>
          <a:bodyPr/>
          <a:lstStyle/>
          <a:p>
            <a:r>
              <a:t>styles.csv là bảng metadata trung tâm với các cột giới tính, danh mục, articleType, màu, mùa, usage và tên hiển thị.</a:t>
            </a:r>
          </a:p>
          <a:p>
            <a:r>
              <a:t>Khi thiếu một số cột ngữ cảnh, script train sẽ enrich theo rule để đảm bảo đầy đủ feature cho mô hình.</a:t>
            </a:r>
          </a:p>
          <a:p>
            <a:r>
              <a:t>Dữ liệu ảnh đầu vào cho retrieval lấy từ data/images với các định dạng jpg, jpeg, png, webp.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trích đặc trưng ảnh</a:t>
            </a:r>
          </a:p>
        </p:txBody>
      </p:sp>
      <p:sp>
        <p:nvSpPr>
          <p:cNvPr id="3" name="Content Placeholder 2"/>
          <p:cNvSpPr>
            <a:spLocks noGrp="1"/>
          </p:cNvSpPr>
          <p:nvPr>
            <p:ph idx="1"/>
          </p:nvPr>
        </p:nvSpPr>
        <p:spPr/>
        <p:txBody>
          <a:bodyPr/>
          <a:lstStyle/>
          <a:p>
            <a:r>
              <a:t>Script build_image_features.py khởi tạo ResNet50 pretrained và bỏ lớp phân loại cuối để lấy embedding.</a:t>
            </a:r>
          </a:p>
          <a:p>
            <a:r>
              <a:t>Mỗi ảnh sau transform chuẩn ImageNet sẽ được chuyển thành vector float32 và chuẩn hóa theo chuẩn L2.</a:t>
            </a:r>
          </a:p>
          <a:p>
            <a:r>
              <a:t>Kết quả toàn bộ được lưu thành file pickle, là đầu vào trực tiếp cho app.py khi khởi tạo image recommender.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huấn luyện metadata</a:t>
            </a:r>
          </a:p>
        </p:txBody>
      </p:sp>
      <p:sp>
        <p:nvSpPr>
          <p:cNvPr id="3" name="Content Placeholder 2"/>
          <p:cNvSpPr>
            <a:spLocks noGrp="1"/>
          </p:cNvSpPr>
          <p:nvPr>
            <p:ph idx="1"/>
          </p:nvPr>
        </p:nvSpPr>
        <p:spPr/>
        <p:txBody>
          <a:bodyPr/>
          <a:lstStyle/>
          <a:p>
            <a:r>
              <a:t>Script train_fashion_model.py tạo vector đặc trưng từ dict feature categorical bằng DictVectorizer.</a:t>
            </a:r>
          </a:p>
          <a:p>
            <a:r>
              <a:t>Mô hình NearestNeighbors metric cosine được train trên toàn bộ dữ liệu đã làm sạch.</a:t>
            </a:r>
          </a:p>
          <a:p>
            <a:r>
              <a:t>Artifact gồm model, vectorizer, và danh sách item giúp phục vụ truy hồi metadata trong tương lai.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huấn luyện deep và NLP</a:t>
            </a:r>
          </a:p>
        </p:txBody>
      </p:sp>
      <p:sp>
        <p:nvSpPr>
          <p:cNvPr id="3" name="Content Placeholder 2"/>
          <p:cNvSpPr>
            <a:spLocks noGrp="1"/>
          </p:cNvSpPr>
          <p:nvPr>
            <p:ph idx="1"/>
          </p:nvPr>
        </p:nvSpPr>
        <p:spPr/>
        <p:txBody>
          <a:bodyPr/>
          <a:lstStyle/>
          <a:p>
            <a:r>
              <a:t>Script train_deep_fashion_model.py one-hot hóa feature ngữ cảnh và dự đoán articleType bằng mạng MLP OutfitNet.</a:t>
            </a:r>
          </a:p>
          <a:p>
            <a:r>
              <a:t>Mô hình train theo mini-batch với Adam và CrossEntropyLoss, theo dõi val_acc qua từng epoch.</a:t>
            </a:r>
          </a:p>
          <a:p>
            <a:r>
              <a:t>Sau huấn luyện, lưu state_dict và pipeline tiền xử lý để đảm bảo tính nhất quán khi suy luận.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Kết quả đạt được</a:t>
            </a:r>
          </a:p>
        </p:txBody>
      </p:sp>
      <p:sp>
        <p:nvSpPr>
          <p:cNvPr id="3" name="Content Placeholder 2"/>
          <p:cNvSpPr>
            <a:spLocks noGrp="1"/>
          </p:cNvSpPr>
          <p:nvPr>
            <p:ph idx="1"/>
          </p:nvPr>
        </p:nvSpPr>
        <p:spPr/>
        <p:txBody>
          <a:bodyPr/>
          <a:lstStyle/>
          <a:p>
            <a:r>
              <a:t>Dự án đã tạo ra một chatbot có thể tư vấn trang phục bằng tiếng Việt dựa trên đầu vào linh hoạt.</a:t>
            </a:r>
          </a:p>
          <a:p>
            <a:r>
              <a:t>Hệ thống cho phép kết hợp retrieval thị giác và sinh ngôn ngữ nhằm tăng mức tự nhiên của phản hồi.</a:t>
            </a:r>
          </a:p>
          <a:p>
            <a:r>
              <a:t>Luồng trình diễn đã đủ để thuyết trình rõ kiến trúc AI ứng dụng từ dữ liệu đến sản phẩm web.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Điểm kỹ thuật nổi bật</a:t>
            </a:r>
          </a:p>
        </p:txBody>
      </p:sp>
      <p:sp>
        <p:nvSpPr>
          <p:cNvPr id="3" name="Content Placeholder 2"/>
          <p:cNvSpPr>
            <a:spLocks noGrp="1"/>
          </p:cNvSpPr>
          <p:nvPr>
            <p:ph idx="1"/>
          </p:nvPr>
        </p:nvSpPr>
        <p:spPr/>
        <p:txBody>
          <a:bodyPr/>
          <a:lstStyle/>
          <a:p>
            <a:r>
              <a:t>Pipeline build feature ảnh hoạt động ổn định và có thể xử lý tập ảnh lớn theo lô.</a:t>
            </a:r>
          </a:p>
          <a:p>
            <a:r>
              <a:t>Các script huấn luyện metadata và NLP đã tạo artifact thành công phục vụ mở rộng hệ thống.</a:t>
            </a:r>
          </a:p>
          <a:p>
            <a:r>
              <a:t>Kiến trúc tách runtime và offline training giúp dễ nâng cấp mà không ảnh hưởng toàn bộ ứng dụng.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Hạn chế</a:t>
            </a:r>
          </a:p>
        </p:txBody>
      </p:sp>
      <p:sp>
        <p:nvSpPr>
          <p:cNvPr id="3" name="Content Placeholder 2"/>
          <p:cNvSpPr>
            <a:spLocks noGrp="1"/>
          </p:cNvSpPr>
          <p:nvPr>
            <p:ph idx="1"/>
          </p:nvPr>
        </p:nvSpPr>
        <p:spPr/>
        <p:txBody>
          <a:bodyPr/>
          <a:lstStyle/>
          <a:p>
            <a:r>
              <a:t>Một số artifact train offline chưa được tích hợp sâu vào route runtime hiện tại.</a:t>
            </a:r>
          </a:p>
          <a:p>
            <a:r>
              <a:t>Chưa có hệ thống đánh giá định lượng toàn diện như precision@k hay khảo sát người dùng thực tế.</a:t>
            </a:r>
          </a:p>
          <a:p>
            <a:r>
              <a:t>Hướng phát triển gồm cá nhân hóa theo hồ sơ người dùng, gắn feedback loop và bổ sung A/B testing.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Hướng phát triển</a:t>
            </a:r>
          </a:p>
        </p:txBody>
      </p:sp>
      <p:sp>
        <p:nvSpPr>
          <p:cNvPr id="3" name="Content Placeholder 2"/>
          <p:cNvSpPr>
            <a:spLocks noGrp="1"/>
          </p:cNvSpPr>
          <p:nvPr>
            <p:ph idx="1"/>
          </p:nvPr>
        </p:nvSpPr>
        <p:spPr/>
        <p:txBody>
          <a:bodyPr/>
          <a:lstStyle/>
          <a:p>
            <a:r>
              <a:t>Xây dựng cơ sở dữ liệu lịch sử tương tác để học sở thích cá nhân theo thời gian.</a:t>
            </a:r>
          </a:p>
          <a:p>
            <a:r>
              <a:t>Triển khai mô hình xếp hạng đa mục tiêu cân bằng giữa độ tương đồng, độ phù hợp và độ đa dạng outfit.</a:t>
            </a:r>
          </a:p>
          <a:p>
            <a:r>
              <a:t>Mở rộng thành hệ thống omni-channel tích hợp mobile app, chatbot mạng xã hội và dashboard quản trị.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Kết luận</a:t>
            </a:r>
          </a:p>
        </p:txBody>
      </p:sp>
      <p:sp>
        <p:nvSpPr>
          <p:cNvPr id="3" name="Content Placeholder 2"/>
          <p:cNvSpPr>
            <a:spLocks noGrp="1"/>
          </p:cNvSpPr>
          <p:nvPr>
            <p:ph idx="1"/>
          </p:nvPr>
        </p:nvSpPr>
        <p:spPr/>
        <p:txBody>
          <a:bodyPr/>
          <a:lstStyle/>
          <a:p>
            <a:r>
              <a:t>Fashion Recommendation AI Chatbot là một bài toán ứng dụng AI thực tế, kết hợp computer vision, NLP và web engineering.</a:t>
            </a:r>
          </a:p>
          <a:p>
            <a:r>
              <a:t>Dự án đã chứng minh khả năng tạo sản phẩm demo có giá trị trình diễn cao với kiến trúc rõ ràng, có khả năng mở rộng.</a:t>
            </a:r>
          </a:p>
          <a:p>
            <a:r>
              <a:t>Toàn bộ quá trình từ chuẩn bị dữ liệu, huấn luyện, tích hợp đến vận hành đã tạo nền tảng tốt cho các bước nghiên cứu và thương mại hóa tiếp theo.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953</Words>
  <Application>Microsoft Office PowerPoint</Application>
  <PresentationFormat>On-screen Show (4:3)</PresentationFormat>
  <Paragraphs>53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Fashion Recommendation AI Chatbot</vt:lpstr>
      <vt:lpstr>Bối cảnh và bài toán</vt:lpstr>
      <vt:lpstr>Mục tiêu và phạm vi</vt:lpstr>
      <vt:lpstr>Kiến trúc tổng thể</vt:lpstr>
      <vt:lpstr>Luồng xử lý runtime</vt:lpstr>
      <vt:lpstr>Dữ liệu và tiền xử lý</vt:lpstr>
      <vt:lpstr>Pipeline trích đặc trưng ảnh</vt:lpstr>
      <vt:lpstr>Pipeline huấn luyện metadata</vt:lpstr>
      <vt:lpstr>Pipeline huấn luyện deep và NLP</vt:lpstr>
      <vt:lpstr>Kết quả đạt được</vt:lpstr>
      <vt:lpstr>Điểm kỹ thuật nổi bật</vt:lpstr>
      <vt:lpstr>Hạn chế</vt:lpstr>
      <vt:lpstr>Hướng phát triển</vt:lpstr>
      <vt:lpstr>Kết luận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Phan Thành An-CN22H</cp:lastModifiedBy>
  <cp:revision>2</cp:revision>
  <dcterms:created xsi:type="dcterms:W3CDTF">2013-01-27T09:14:16Z</dcterms:created>
  <dcterms:modified xsi:type="dcterms:W3CDTF">2026-05-04T19:03:39Z</dcterms:modified>
  <cp:category/>
</cp:coreProperties>
</file>